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PRISM: Structured Delivery Intelligence for FPL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Accelerated PR Creation</a:t>
            </a:r>
          </a:p>
          <a:p>
            <a:pPr lvl="1"/>
            <a:r>
              <a:t>• Guided PR assembly in minutes (vs. manual multi-day effort)</a:t>
            </a:r>
          </a:p>
          <a:p>
            <a:pPr lvl="1"/>
            <a:r>
              <a:t>• Automated component identification &amp; structured formatting</a:t>
            </a:r>
          </a:p>
          <a:p>
            <a:pPr/>
          </a:p>
          <a:p>
            <a:pPr/>
            <a:r>
              <a:t>Automated Quality &amp; Naming Governance</a:t>
            </a:r>
          </a:p>
          <a:p>
            <a:pPr lvl="1"/>
            <a:r>
              <a:t>• Deterministic rule engine enforcing Salesforce standards</a:t>
            </a:r>
          </a:p>
          <a:p>
            <a:pPr lvl="1"/>
            <a:r>
              <a:t>• Pre-review compliance scanning</a:t>
            </a:r>
          </a:p>
          <a:p>
            <a:pPr/>
          </a:p>
          <a:p>
            <a:pPr/>
            <a:r>
              <a:t>Real-Time PR Health &amp; Aging Intelligence</a:t>
            </a:r>
          </a:p>
          <a:p>
            <a:pPr lvl="1"/>
            <a:r>
              <a:t>• SLA monitoring and aging visibility</a:t>
            </a:r>
          </a:p>
          <a:p>
            <a:pPr lvl="1"/>
            <a:r>
              <a:t>• Workstream-level bottleneck identification</a:t>
            </a:r>
          </a:p>
          <a:p>
            <a:pPr/>
          </a:p>
          <a:p>
            <a:pPr/>
            <a:r>
              <a:t>Unified Story-to-PR Traceability</a:t>
            </a:r>
          </a:p>
          <a:p>
            <a:pPr lvl="1"/>
            <a:r>
              <a:t>• Instant lookup by Story ID</a:t>
            </a:r>
          </a:p>
          <a:p>
            <a:pPr lvl="1"/>
            <a:r>
              <a:t>• Consolidated view of PR lifecycle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Structured Automation → AI-Augmented DevOps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Exists Today (Technical Foundation)</a:t>
            </a:r>
          </a:p>
          <a:p>
            <a:pPr lvl="1"/>
            <a:r>
              <a:t>• Deterministic governance rule engine</a:t>
            </a:r>
          </a:p>
          <a:p>
            <a:pPr lvl="1"/>
            <a:r>
              <a:t>• Structured PR metadata &amp; component mapping</a:t>
            </a:r>
          </a:p>
          <a:p>
            <a:pPr lvl="1"/>
            <a:r>
              <a:t>• Persisted validation lifecycle tracking</a:t>
            </a:r>
          </a:p>
          <a:p>
            <a:pPr lvl="1"/>
            <a:r>
              <a:t>• Review timeline &amp; SLA signal capture</a:t>
            </a:r>
          </a:p>
          <a:p>
            <a:pPr/>
          </a:p>
          <a:p>
            <a:pPr/>
            <a:r>
              <a:t>AI Augmentation (Near-Term Target)</a:t>
            </a:r>
          </a:p>
          <a:p>
            <a:pPr lvl="1"/>
            <a:r>
              <a:t>• LLM-based PR executive summarization</a:t>
            </a:r>
          </a:p>
          <a:p>
            <a:pPr lvl="1"/>
            <a:r>
              <a:t>• AI-generated remediation guidance</a:t>
            </a:r>
          </a:p>
          <a:p>
            <a:pPr lvl="1"/>
            <a:r>
              <a:t>• Semantic clustering of review comments</a:t>
            </a:r>
          </a:p>
          <a:p>
            <a:pPr lvl="1"/>
            <a:r>
              <a:t>• AI-assisted validation log interpretation</a:t>
            </a:r>
          </a:p>
          <a:p>
            <a:pPr/>
          </a:p>
          <a:p>
            <a:pPr/>
            <a:r>
              <a:t>Predictive &amp; Intelligent Layer (Future)</a:t>
            </a:r>
          </a:p>
          <a:p>
            <a:pPr lvl="1"/>
            <a:r>
              <a:t>• Historical PR similarity search (RAG)</a:t>
            </a:r>
          </a:p>
          <a:p>
            <a:pPr lvl="1"/>
            <a:r>
              <a:t>• Predictive SLA breach scoring</a:t>
            </a:r>
          </a:p>
          <a:p>
            <a:pPr lvl="1"/>
            <a:r>
              <a:t>• Release-level risk summarization</a:t>
            </a:r>
          </a:p>
          <a:p>
            <a:pPr lvl="1"/>
            <a:r>
              <a:t>• Guardrailed autonomous remediation proposals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