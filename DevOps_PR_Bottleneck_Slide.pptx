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to Day Code Push Cycle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" y="1752107"/>
            <a:ext cx="3279058" cy="2111969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👩‍💻👨‍💻 50+ Developers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📤 Push Code</a:t>
            </a:r>
            <a:endParaRPr lang="en-US" dirty="0">
              <a:solidFill>
                <a:schemeClr val="tx1"/>
              </a:solidFill>
            </a:endParaRP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🔀 Raise Pull Requests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⏳ Waiting for Validation...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44704" y="2358759"/>
            <a:ext cx="1463040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PR Flow 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92131"/>
            <a:ext cx="274320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🛠️ DevOps</a:t>
            </a:r>
            <a:r>
              <a:rPr lang="en-US" dirty="0"/>
              <a:t> Engineers </a:t>
            </a:r>
            <a:endParaRPr dirty="0"/>
          </a:p>
          <a:p>
            <a:endParaRPr dirty="0"/>
          </a:p>
          <a:p>
            <a:r>
              <a:rPr dirty="0"/>
              <a:t>🧪 Run Validation</a:t>
            </a:r>
            <a:endParaRPr lang="en-US" dirty="0"/>
          </a:p>
          <a:p>
            <a:endParaRPr dirty="0"/>
          </a:p>
          <a:p>
            <a:r>
              <a:rPr dirty="0"/>
              <a:t>📦 Salesforce Box</a:t>
            </a:r>
          </a:p>
          <a:p>
            <a:endParaRPr dirty="0"/>
          </a:p>
          <a:p>
            <a:r>
              <a:rPr dirty="0"/>
              <a:t>🕒 Only 2–3 Slots /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930" y="4343532"/>
            <a:ext cx="48473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dirty="0"/>
              <a:t>🚨 Result: </a:t>
            </a:r>
            <a:endParaRPr lang="en-US" dirty="0"/>
          </a:p>
          <a:p>
            <a:pPr marL="342900" indent="-342900">
              <a:buAutoNum type="arabicPeriod"/>
              <a:defRPr sz="1800" b="1"/>
            </a:pPr>
            <a:r>
              <a:rPr lang="en-US" dirty="0"/>
              <a:t>PR backlog accumulation</a:t>
            </a:r>
          </a:p>
          <a:p>
            <a:pPr marL="342900" indent="-342900">
              <a:buAutoNum type="arabicPeriod"/>
              <a:defRPr sz="1800" b="1"/>
            </a:pPr>
            <a:r>
              <a:rPr lang="en-US" dirty="0"/>
              <a:t>Delivery timeline unpredictability</a:t>
            </a:r>
          </a:p>
          <a:p>
            <a:pPr marL="342900" indent="-342900">
              <a:buAutoNum type="arabicPeriod"/>
              <a:defRPr sz="1800" b="1"/>
            </a:pPr>
            <a:r>
              <a:rPr lang="en-US" dirty="0"/>
              <a:t>Quality risk due to rushed validations</a:t>
            </a:r>
          </a:p>
          <a:p>
            <a:pPr marL="342900" indent="-342900">
              <a:buAutoNum type="arabicPeriod"/>
              <a:defRPr sz="1800" b="1"/>
            </a:pPr>
            <a:r>
              <a:rPr lang="en-US" dirty="0"/>
              <a:t>Engineering productivity loss</a:t>
            </a:r>
          </a:p>
          <a:p>
            <a:pPr marL="342900" indent="-342900">
              <a:buAutoNum type="arabicPeriod"/>
              <a:defRPr sz="1800" b="1"/>
            </a:pPr>
            <a:r>
              <a:rPr lang="en-US" dirty="0"/>
              <a:t>DevOps burnout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60</Words>
  <Application>Microsoft Office PowerPoint</Application>
  <PresentationFormat>On-screen Show (4:3)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Day to Day Code Push Cycle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Ritesh Nanda</cp:lastModifiedBy>
  <cp:revision>2</cp:revision>
  <dcterms:created xsi:type="dcterms:W3CDTF">2013-01-27T09:14:16Z</dcterms:created>
  <dcterms:modified xsi:type="dcterms:W3CDTF">2026-02-20T20:18:18Z</dcterms:modified>
  <cp:category/>
</cp:coreProperties>
</file>